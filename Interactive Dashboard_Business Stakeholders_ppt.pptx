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526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https://i.pinimg.com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https://i.pinimg.com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https://i.pinimg.com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https://i.pinimg.com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https://i.pinimg.com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https://i.pinimg.com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https://i.pinimg.com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https://i.pinimg.com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Title: Design An Interactive Dashboard For Business Stakeholders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.pinimg.com/originals/9f/60/0b/9f600b549c4af1b706d7427ac734fcd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Interactive Dashboards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Interactive dashboards are dynamic tools that visualize key business data for stakeholders.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enable real-time data analysis, facilitating quicker decision-making processes.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Designing effective dashboards requires understanding stakeholder needs and data sources.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.pinimg.com/originals/9f/60/0b/9f600b549c4af1b706d7427ac734fcd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Stakeholder Requirements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Engage with stakeholders to identify their specific data needs and priorities.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Determine the key metrics and KPIs that align with business goals.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Consider user roles and technical familiarity to tailor dashboard complexity and usability.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.pinimg.com/originals/9f/60/0b/9f600b549c4af1b706d7427ac734fcd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Collection and Integration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Gather data from various sources such as databases, APIs, and spreadsheets.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Ensure data accuracy, consistency, and timeliness for reliable insights.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Use data integration tools to consolidate information into a centralized system.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.pinimg.com/originals/9f/60/0b/9f600b549c4af1b706d7427ac734fcd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Designing User-Centric Interface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Create an intuitive layout that highlights critical information prominently.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Use visual elements like charts, graphs, and maps to facilitate quick understanding.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Incorporate filters and drill-down features for personalized data exploration.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.pinimg.com/originals/9f/60/0b/9f600b549c4af1b706d7427ac734fcd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Choosing the Right Visualization Tools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Select visualization types that best represent the data, such as bar charts or heatmaps.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Use color schemes and labeling consistently to enhance clarity.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Leverage interactive components like sliders and clickable elements to increase engagement.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.pinimg.com/originals/9f/60/0b/9f600b549c4af1b706d7427ac734fcd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Ensuring Responsiveness and Accessibility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Design dashboards that function seamlessly across various devices and screen sizes.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Prioritize accessibility features to accommodate all users, including those with disabilities.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Test interface responsiveness regularly to optimize user experience.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.pinimg.com/originals/9f/60/0b/9f600b549c4af1b706d7427ac734fcd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Deployment and Maintenance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Deploy dashboards through secure platforms with appropriate access controls.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Provide user training and documentation to maximize adoption.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Regularly update data and features based on user feedback and evolving needs.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.pinimg.com/originals/9f/60/0b/9f600b549c4af1b706d7427ac734fcd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 and Best Practices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Effective interactive dashboards are vital for informed decision-making in businesses.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Focus on simplicity, clarity, and interactivity to enhance stakeholder engagement.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Continuously evaluate and improve dashboards to meet changing business requirements.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34CD80-3650-6CE4-CFBC-0A36AC5FA218}"/>
              </a:ext>
            </a:extLst>
          </p:cNvPr>
          <p:cNvSpPr/>
          <p:nvPr/>
        </p:nvSpPr>
        <p:spPr>
          <a:xfrm>
            <a:off x="2997532" y="2110085"/>
            <a:ext cx="31489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06643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414</Words>
  <Application>Microsoft Office PowerPoint</Application>
  <PresentationFormat>On-screen Show (16:9)</PresentationFormat>
  <Paragraphs>67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Optima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 Interactive Dashboard For Business Stakeholders.</dc:title>
  <dc:subject>Design An Interactive Dashboard For Business Stakeholders.</dc:subject>
  <dc:creator>SlideMake.com</dc:creator>
  <cp:lastModifiedBy>APURBA KUITI</cp:lastModifiedBy>
  <cp:revision>2</cp:revision>
  <dcterms:created xsi:type="dcterms:W3CDTF">2025-09-25T14:57:32Z</dcterms:created>
  <dcterms:modified xsi:type="dcterms:W3CDTF">2025-09-25T14:59:53Z</dcterms:modified>
</cp:coreProperties>
</file>